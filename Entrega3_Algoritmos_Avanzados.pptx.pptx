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Entrega 3: Algoritmos y Funcionalidades Avanzadas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Filtros</a:t>
            </a:r>
            <a:r>
              <a:rPr dirty="0"/>
              <a:t> </a:t>
            </a:r>
            <a:r>
              <a:rPr dirty="0" err="1"/>
              <a:t>automáticos</a:t>
            </a:r>
            <a:r>
              <a:rPr dirty="0"/>
              <a:t> • Cola de </a:t>
            </a:r>
            <a:r>
              <a:rPr dirty="0" err="1"/>
              <a:t>prioridades</a:t>
            </a:r>
            <a:r>
              <a:rPr dirty="0"/>
              <a:t> • </a:t>
            </a:r>
            <a:r>
              <a:rPr dirty="0" err="1"/>
              <a:t>Grafos</a:t>
            </a:r>
            <a:r>
              <a:rPr dirty="0"/>
              <a:t> y BFS/DFS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Filtros Automáticos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Uso de listas y diccionarios</a:t>
            </a:r>
          </a:p>
          <a:p>
            <a:r>
              <a:t>- Organización de mensajes según reglas definidas por el usuario</a:t>
            </a:r>
          </a:p>
          <a:p>
            <a:r>
              <a:t>- Ejemplo: filtrar por remitente, asunto o etiquetas</a:t>
            </a:r>
          </a:p>
          <a:p>
            <a:r>
              <a:t>- Beneficio: clasificación automática del correo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Cola de Prioridades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Gestión de mensajes urgentes</a:t>
            </a:r>
          </a:p>
          <a:p>
            <a:r>
              <a:t>- Los mensajes con mayor prioridad se procesan primero</a:t>
            </a:r>
          </a:p>
          <a:p>
            <a:r>
              <a:t>- Estructura: heap/cola de prioridad</a:t>
            </a:r>
          </a:p>
          <a:p>
            <a:r>
              <a:t>- Mejora la eficiencia en situaciones críticas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Grafo de Servidores de Correo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Nodos: servidores</a:t>
            </a:r>
          </a:p>
          <a:p>
            <a:r>
              <a:t>- Aristas: conexiones entre servidores</a:t>
            </a:r>
          </a:p>
          <a:p>
            <a:r>
              <a:t>- Permite modelar la red de distribución de mensajes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Simulación de Envío (BFS/DFS)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BFS: búsqueda por niveles → envío eficiente y ordenado</a:t>
            </a:r>
          </a:p>
          <a:p>
            <a:r>
              <a:t>- DFS: exploración profunda → útil para recorrer redes complejas</a:t>
            </a:r>
          </a:p>
          <a:p>
            <a:r>
              <a:t>- Se simula el camino que recorre un mensaje en la 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Organización avanzada de correos</a:t>
            </a:r>
          </a:p>
          <a:p>
            <a:r>
              <a:t>- Priorización inteligente de mensajes urgentes</a:t>
            </a:r>
          </a:p>
          <a:p>
            <a:r>
              <a:t>- Modelado realista del envío entre servidores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</Words>
  <Application>Microsoft Office PowerPoint</Application>
  <PresentationFormat>Presentación en pantalla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Entrega 3: Algoritmos y Funcionalidades Avanzadas</vt:lpstr>
      <vt:lpstr>Filtros Automáticos</vt:lpstr>
      <vt:lpstr>Cola de Prioridades</vt:lpstr>
      <vt:lpstr>Grafo de Servidores de Correo</vt:lpstr>
      <vt:lpstr>Simulación de Envío (BFS/DFS)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Alan Santa María</dc:creator>
  <cp:keywords/>
  <dc:description>generated using python-pptx</dc:description>
  <cp:lastModifiedBy>Alan Santa María</cp:lastModifiedBy>
  <cp:revision>1</cp:revision>
  <dcterms:created xsi:type="dcterms:W3CDTF">2013-01-27T09:14:16Z</dcterms:created>
  <dcterms:modified xsi:type="dcterms:W3CDTF">2025-11-01T17:24:30Z</dcterms:modified>
  <cp:category/>
</cp:coreProperties>
</file>